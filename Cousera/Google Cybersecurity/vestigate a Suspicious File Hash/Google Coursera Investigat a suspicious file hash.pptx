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Google Sans"/>
      <p:regular r:id="rId5"/>
      <p:bold r:id="rId6"/>
      <p:italic r:id="rId7"/>
      <p:boldItalic r:id="rId8"/>
    </p:embeddedFon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/>
    <p:restoredTop sz="95351"/>
  </p:normalViewPr>
  <p:slideViewPr>
    <p:cSldViewPr snapToGrid="0">
      <p:cViewPr>
        <p:scale>
          <a:sx n="121" d="100"/>
          <a:sy n="121" d="100"/>
        </p:scale>
        <p:origin x="752" y="7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311700" y="419550"/>
            <a:ext cx="7684800" cy="9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790" b="1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been identified as malicious? Explain why or why not.</a:t>
            </a:r>
            <a:endParaRPr sz="1790" b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790" b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1790" b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363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b="1" dirty="0"/>
              <a:t>SHA256 file hash: </a:t>
            </a:r>
            <a:r>
              <a:rPr lang="en-US" dirty="0"/>
              <a:t>54e6ea47eb04634d3e87fd7787e2136ccfbcc80ade34f246a12cf93bab527f6b</a:t>
            </a:r>
          </a:p>
          <a:p>
            <a:r>
              <a:rPr lang="en-US" dirty="0"/>
              <a:t>Here is a timeline of the events leading up to this alert:</a:t>
            </a:r>
          </a:p>
          <a:p>
            <a:r>
              <a:rPr lang="en-US" b="1" dirty="0"/>
              <a:t>1:11 p.m.: </a:t>
            </a:r>
            <a:r>
              <a:rPr lang="en-US" dirty="0"/>
              <a:t>An employee receives an email containing a file attachment.</a:t>
            </a:r>
          </a:p>
          <a:p>
            <a:r>
              <a:rPr lang="en-US" b="1" dirty="0"/>
              <a:t>1:13 p.m.:</a:t>
            </a:r>
            <a:r>
              <a:rPr lang="en-US" dirty="0"/>
              <a:t> The employee successfully downloads and opens the file.</a:t>
            </a:r>
          </a:p>
          <a:p>
            <a:r>
              <a:rPr lang="en-US" b="1" dirty="0"/>
              <a:t>1:15 p.m.:</a:t>
            </a:r>
            <a:r>
              <a:rPr lang="en-US" dirty="0"/>
              <a:t> Multiple unauthorized executable files are created on the employee's computer.</a:t>
            </a:r>
          </a:p>
          <a:p>
            <a:r>
              <a:rPr lang="en-US" b="1" dirty="0"/>
              <a:t>1:20 p.m.:</a:t>
            </a:r>
            <a:r>
              <a:rPr lang="en-US" dirty="0"/>
              <a:t> An intrusion detection system detects the executable files and sends out an alert to the SOC.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ANSWER:</a:t>
            </a:r>
          </a:p>
          <a:p>
            <a:r>
              <a:rPr lang="en-US" dirty="0" err="1"/>
              <a:t>ThThe</a:t>
            </a:r>
            <a:r>
              <a:rPr lang="en-US" dirty="0"/>
              <a:t> file was identified as malicious because </a:t>
            </a:r>
            <a:r>
              <a:rPr lang="en-US" b="1" dirty="0"/>
              <a:t>52 out of 69 antivirus vendors flagged it as malware</a:t>
            </a:r>
            <a:r>
              <a:rPr lang="en-US" dirty="0"/>
              <a:t>, with many classifying it as a </a:t>
            </a:r>
            <a:r>
              <a:rPr lang="en-US" b="1" dirty="0"/>
              <a:t>Trojan, Backdoor, or </a:t>
            </a:r>
            <a:r>
              <a:rPr lang="en-US" b="1" dirty="0" err="1"/>
              <a:t>FlagPro</a:t>
            </a:r>
            <a:r>
              <a:rPr lang="en-US" b="1" dirty="0"/>
              <a:t>/</a:t>
            </a:r>
            <a:r>
              <a:rPr lang="en-US" b="1" dirty="0" err="1"/>
              <a:t>Fragtor</a:t>
            </a:r>
            <a:r>
              <a:rPr lang="en-US" b="1" dirty="0"/>
              <a:t> malware variant</a:t>
            </a:r>
            <a:r>
              <a:rPr lang="en-US" dirty="0"/>
              <a:t>. Additionally, </a:t>
            </a:r>
            <a:r>
              <a:rPr lang="en-US" dirty="0" err="1"/>
              <a:t>VirusTotal</a:t>
            </a:r>
            <a:r>
              <a:rPr lang="en-US" dirty="0"/>
              <a:t> reported suspicious behaviors such as </a:t>
            </a:r>
            <a:r>
              <a:rPr lang="en-US" b="1" dirty="0"/>
              <a:t>service scanning, anti-debugging techniques, and spreading capabilities</a:t>
            </a:r>
            <a:r>
              <a:rPr lang="en-US" dirty="0"/>
              <a:t>, which are commonly associated with malicious software. The high detection rate across multiple security vendors provides strong evidence that the file is </a:t>
            </a:r>
            <a:r>
              <a:rPr lang="en-US"/>
              <a:t>malicix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170095" y="4581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000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Detect Debug Environment</a:t>
            </a:r>
          </a:p>
          <a:p>
            <a:pPr lvl="0" algn="ctr"/>
            <a:r>
              <a:rPr lang="en-US" sz="1000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Service Scan</a:t>
            </a:r>
          </a:p>
          <a:p>
            <a:pPr lvl="0" algn="ctr"/>
            <a:r>
              <a:rPr lang="en-US" sz="1000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Spreader</a:t>
            </a:r>
          </a:p>
          <a:p>
            <a:pPr lvl="0" algn="ctr"/>
            <a:r>
              <a:rPr lang="en-US" sz="1000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Runtime Modules</a:t>
            </a:r>
            <a:endParaRPr sz="1000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FlagPro</a:t>
            </a:r>
            <a:endParaRPr lang="en-US"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ctr"/>
            <a:r>
              <a:rPr lang="en-US" sz="11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Fragtor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bfsvc.exe</a:t>
            </a:r>
            <a:endParaRPr lang="en-US" sz="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ctr"/>
            <a:r>
              <a:rPr lang="en-US" sz="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dwm.bin</a:t>
            </a:r>
            <a:endParaRPr lang="en-US" sz="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ctr"/>
            <a:r>
              <a:rPr lang="en-US" sz="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main.bin</a:t>
            </a:r>
            <a:endParaRPr lang="en-US" sz="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ctr"/>
            <a:r>
              <a:rPr lang="en-US" sz="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production.bat</a:t>
            </a:r>
            <a:endParaRPr sz="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adservice.google.com</a:t>
            </a:r>
            <a:endParaRPr lang="en-US" sz="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ctr"/>
            <a:r>
              <a:rPr lang="en-US" sz="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apis.google.com</a:t>
            </a:r>
            <a:endParaRPr lang="en-US" sz="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ctr"/>
            <a:r>
              <a:rPr lang="en-US" sz="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api.bing.com</a:t>
            </a:r>
            <a:endParaRPr lang="en-US" sz="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ctr"/>
            <a:r>
              <a:rPr lang="en-US" sz="8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any.edge.bing.com</a:t>
            </a:r>
            <a:endParaRPr lang="en-US" sz="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ctr"/>
            <a:r>
              <a:rPr lang="en-US" sz="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a0003.a-msedge.net</a:t>
            </a:r>
            <a:endParaRPr sz="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104.115.151.81</a:t>
            </a:r>
          </a:p>
          <a:p>
            <a:pPr lvl="0" algn="ctr"/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104.117.234.151</a:t>
            </a:r>
          </a:p>
          <a:p>
            <a:pPr lvl="0" algn="ctr"/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104.125.90.151</a:t>
            </a:r>
          </a:p>
          <a:p>
            <a:pPr lvl="0" algn="ctr"/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104.86.229.106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Sha-256 54e6ea47eb04634d3e87fd7787e2136ccfbcc80ade34f246a12cf93bab527f6b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247</Words>
  <Application>Microsoft Macintosh PowerPoint</Application>
  <PresentationFormat>On-screen Show (16:9)</PresentationFormat>
  <Paragraphs>34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Google Sans</vt:lpstr>
      <vt:lpstr>Arial</vt:lpstr>
      <vt:lpstr>Roboto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Daeja Banner</cp:lastModifiedBy>
  <cp:revision>5</cp:revision>
  <dcterms:modified xsi:type="dcterms:W3CDTF">2026-06-23T21:08:30Z</dcterms:modified>
</cp:coreProperties>
</file>